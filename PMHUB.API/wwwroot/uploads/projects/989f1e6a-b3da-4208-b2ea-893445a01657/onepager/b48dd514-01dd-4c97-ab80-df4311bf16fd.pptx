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7D84B-4D13-4CBF-A2B8-A19EF2017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E8E27B-964C-4827-8211-AC5805EAA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4D61A7-7942-43B6-99D0-714587C8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247EE-154E-4696-9682-D0153205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01F598-1F91-4169-AFC2-28A57DD5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351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61F82-BBEC-4F84-B4B4-0A28C676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7612C9-7AF3-46E7-A3DD-15189924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9DD90D-6736-4B19-A2A9-0CB4FE4C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FE8E50-B938-4012-9939-78C63DC9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DC90C8-3B28-409E-A63D-B50F4133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90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5BC79A-2B2C-4F82-943D-37D4F249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084687-4BBA-462B-A64E-F359D20A9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E6A779-FFF4-4532-B463-BB87BD34D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C23DD7-6258-4540-A114-01A0F252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10052C-4155-4328-880E-5C689901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65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05FDC-0081-4604-893B-F0997137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1B11F1-68EC-403D-8821-9921E1CAB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CAB3C5-36A2-4E61-A280-3A7DC79B5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A0A367-3775-47F8-92D2-25BE632F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5F2BFD-C240-4971-A288-2EFA387B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A8598E-F8AE-434F-9926-0F151802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63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9DC2B-F3D2-40B4-8024-DE852B4D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FF54D-F18E-420A-AFED-4E9DE9B41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41702E-BD8A-477A-9DBD-591D916E8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E352FB-239D-4147-AD2C-CCF9978A2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C51AD3-468F-4E6B-9A8A-B3D396033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3C7965-A070-48CB-ACA5-0E374D13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DAC5FE-0F0C-4BB0-91BA-9A4457A7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0045CF0-2648-4086-BC76-AA7B0FC0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18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8AE77-E387-4004-A489-96AC167C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C7E0D3-9636-422B-AFCC-2E1FD4F7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F64AD7-61E6-4745-8D14-6D4560D2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F35DED-7697-48F8-8CE3-72D962F4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98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2D109B-43F8-42EE-A530-C4FB9BC1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CDBE7E-23BD-49B8-ABC5-A4256335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EAE3E7-4274-4758-B4AD-99783557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01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CEF83-43CD-4A06-ADB3-27C3070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31C38F-F54D-4F9D-AEEA-A54208482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0EA26C-031B-430B-B507-4C7155A6C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B5E9F3-0456-4CF1-A0BB-929C685C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D587D3-EBB2-4565-BBE9-D6E02538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28195C-4FD3-43E7-A620-930B4CB3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2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24B80E-EF90-43D0-9F4E-1AB7D3C1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AC2275-A0BB-47C0-9F3A-203D704E7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8E314E-38B5-495A-80C3-8E5647DF3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78885-F659-4F97-B042-B6EF7CE0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80213E-C48E-4294-87CD-B1E27C3D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79ECE4-6EFF-477A-909E-2569468B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93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7D5F8-E0D9-47A3-89D6-E61A7815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EAB229-D12C-4748-94E1-93876C15A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FA18A5-5238-4E60-B29A-499654E6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39F57E-1255-4E8B-B75C-6FF40482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A7D4E5-258D-42C7-91E5-7EA89669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75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0CDD26F-FEA0-4364-A793-BD77C5200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C57091-F857-4A38-A5FE-663BE91EA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DCF887-0D60-4D24-9F9A-419BFCFC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C3644B-6B04-464D-8FE8-F377D709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3CEB33-4A5D-4453-B4A7-5EFD5B9D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45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58106A8-F8D3-4F60-8205-D5A62087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8BCC95-6725-41EB-9CC6-857FE864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D9AED6-F040-47B1-A215-86267924D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76A0E-20E5-4FB5-93F3-4CC654F1432A}" type="datetimeFigureOut">
              <a:rPr lang="fr-FR" smtClean="0"/>
              <a:t>11/03/2026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9663C0-F430-4078-8F08-3A4DBA4FE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03AEDD-25BD-4E3C-AC1F-8EBC1D619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08FD4-3B5F-4916-9359-897B63D6F8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13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9660D-4E24-47A5-8C1C-E2781A3FC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9D48E8-54F0-4917-99FE-12C4A512E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4960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 Mehdi Douiri</dc:creator>
  <cp:lastModifiedBy>El Mehdi Douiri</cp:lastModifiedBy>
  <cp:revision>1</cp:revision>
  <dcterms:created xsi:type="dcterms:W3CDTF">2026-03-11T09:49:07Z</dcterms:created>
  <dcterms:modified xsi:type="dcterms:W3CDTF">2026-03-11T09:49:17Z</dcterms:modified>
</cp:coreProperties>
</file>